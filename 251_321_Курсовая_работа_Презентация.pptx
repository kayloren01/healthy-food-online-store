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5"/>
  </p:notesMasterIdLst>
  <p:sldIdLst>
    <p:sldId id="375" r:id="rId2"/>
    <p:sldId id="381" r:id="rId3"/>
    <p:sldId id="385" r:id="rId4"/>
    <p:sldId id="390" r:id="rId5"/>
    <p:sldId id="386" r:id="rId6"/>
    <p:sldId id="387" r:id="rId7"/>
    <p:sldId id="392" r:id="rId8"/>
    <p:sldId id="388" r:id="rId9"/>
    <p:sldId id="391" r:id="rId10"/>
    <p:sldId id="393" r:id="rId11"/>
    <p:sldId id="394" r:id="rId12"/>
    <p:sldId id="389" r:id="rId13"/>
    <p:sldId id="384" r:id="rId14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84" autoAdjust="0"/>
    <p:restoredTop sz="92430" autoAdjust="0"/>
  </p:normalViewPr>
  <p:slideViewPr>
    <p:cSldViewPr>
      <p:cViewPr varScale="1">
        <p:scale>
          <a:sx n="101" d="100"/>
          <a:sy n="101" d="100"/>
        </p:scale>
        <p:origin x="105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25.12.2025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631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86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9721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2885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9303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0244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8034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Чтобы добавить рисунок, перетащите его на заполнитель или щелкните значок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 smtClean="0"/>
              <a:t>Образование и наука - будущее России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jangoproject.com/en/6.0/" TargetMode="External"/><Relationship Id="rId7" Type="http://schemas.openxmlformats.org/officeDocument/2006/relationships/hyperlink" Target="https://developer.mozilla.org/en-US/docs/Web/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TR/html5/" TargetMode="External"/><Relationship Id="rId5" Type="http://schemas.openxmlformats.org/officeDocument/2006/relationships/hyperlink" Target="https://dev.mysql.com/doc/" TargetMode="External"/><Relationship Id="rId4" Type="http://schemas.openxmlformats.org/officeDocument/2006/relationships/hyperlink" Target="https://docs.python.org/3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80930" y="692696"/>
            <a:ext cx="4104456" cy="958463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Gilroy SemiBold" pitchFamily="50" charset="-52"/>
              </a:rPr>
              <a:t>Разработка веб-сайта</a:t>
            </a:r>
            <a:r>
              <a:rPr lang="en-US" sz="2800" dirty="0" smtClean="0">
                <a:solidFill>
                  <a:schemeClr val="bg1"/>
                </a:solidFill>
                <a:latin typeface="Gilroy SemiBold" pitchFamily="50" charset="-52"/>
              </a:rPr>
              <a:t> </a:t>
            </a:r>
            <a:r>
              <a:rPr lang="en-US" sz="3000" b="1" dirty="0" smtClean="0">
                <a:solidFill>
                  <a:schemeClr val="bg1"/>
                </a:solidFill>
                <a:latin typeface="Gilroy SemiBold" pitchFamily="50" charset="-52"/>
              </a:rPr>
              <a:t>“QuickFit”</a:t>
            </a:r>
            <a:endParaRPr lang="ru-RU" sz="3000" b="1" dirty="0" smtClean="0">
              <a:solidFill>
                <a:schemeClr val="bg1"/>
              </a:solidFill>
              <a:latin typeface="Gilroy SemiBold" pitchFamily="50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930" y="2204864"/>
            <a:ext cx="3719062" cy="712242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 smtClean="0"/>
              <a:t>Дмитрий Николаевич Зарубин</a:t>
            </a:r>
          </a:p>
          <a:p>
            <a:r>
              <a:rPr lang="ru-RU" sz="1400" dirty="0" smtClean="0"/>
              <a:t>Егор Андреевич Якунин</a:t>
            </a:r>
          </a:p>
          <a:p>
            <a:r>
              <a:rPr lang="ru-RU" sz="1400" dirty="0" smtClean="0"/>
              <a:t>Студенты Московского Политеха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4B6EB9"/>
                </a:solidFill>
                <a:cs typeface="Arial"/>
              </a:rPr>
              <a:t>ОСНОВНЫЕ ЦЕЛИ И ЗАДАЧИ</a:t>
            </a:r>
            <a:endParaRPr lang="ru-RU" sz="1800" b="1" dirty="0">
              <a:solidFill>
                <a:srgbClr val="4B6EB9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u-RU" altLang="ru-RU" sz="1800" dirty="0">
                <a:cs typeface="Arial"/>
              </a:rPr>
              <a:t>Получение практических навыков в реализации программного продукта </a:t>
            </a:r>
          </a:p>
          <a:p>
            <a:pPr>
              <a:spcAft>
                <a:spcPts val="1200"/>
              </a:spcAft>
            </a:pPr>
            <a:r>
              <a:rPr lang="ru-RU" altLang="ru-RU" sz="1800" dirty="0">
                <a:cs typeface="Arial"/>
              </a:rPr>
              <a:t>Закрепление теоретических знаний по дисциплине «Основы программирования</a:t>
            </a:r>
            <a:r>
              <a:rPr lang="ru-RU" altLang="ru-RU" sz="1800" dirty="0" smtClean="0">
                <a:cs typeface="Arial"/>
              </a:rPr>
              <a:t>» и «Основы проектирования баз данных» </a:t>
            </a:r>
            <a:r>
              <a:rPr lang="en-US" altLang="ru-RU" sz="1800" dirty="0" smtClean="0">
                <a:cs typeface="Arial"/>
              </a:rPr>
              <a:t> </a:t>
            </a:r>
            <a:r>
              <a:rPr lang="ru-RU" altLang="ru-RU" sz="1800" dirty="0" smtClean="0">
                <a:cs typeface="Arial"/>
              </a:rPr>
              <a:t>путем </a:t>
            </a:r>
            <a:r>
              <a:rPr lang="ru-RU" altLang="ru-RU" sz="1800" dirty="0">
                <a:cs typeface="Arial"/>
              </a:rPr>
              <a:t>применения их на практике</a:t>
            </a:r>
          </a:p>
          <a:p>
            <a:pPr>
              <a:spcAft>
                <a:spcPts val="1200"/>
              </a:spcAft>
            </a:pPr>
            <a:r>
              <a:rPr lang="ru-RU" altLang="ru-RU" sz="1800" dirty="0">
                <a:cs typeface="Arial"/>
              </a:rPr>
              <a:t>Реализация </a:t>
            </a:r>
            <a:r>
              <a:rPr lang="ru-RU" altLang="ru-RU" sz="1800" dirty="0" smtClean="0">
                <a:cs typeface="Arial"/>
              </a:rPr>
              <a:t>веб-сайта, предоставляющего </a:t>
            </a:r>
            <a:r>
              <a:rPr lang="ru-RU" altLang="ru-RU" sz="1800" dirty="0">
                <a:cs typeface="Arial"/>
              </a:rPr>
              <a:t>возможность выбирать здоровые продукты из каталога, добавлять их в корзину и заказывать доставку на </a:t>
            </a:r>
            <a:r>
              <a:rPr lang="ru-RU" altLang="ru-RU" sz="1800" dirty="0" smtClean="0">
                <a:cs typeface="Arial"/>
              </a:rPr>
              <a:t>выбранный </a:t>
            </a:r>
            <a:r>
              <a:rPr lang="ru-RU" altLang="ru-RU" sz="1800" dirty="0">
                <a:cs typeface="Arial"/>
              </a:rPr>
              <a:t>адрес</a:t>
            </a: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ЦЕЛИ И ЗАДАЧИ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874BA0"/>
                </a:solidFill>
                <a:cs typeface="Arial"/>
              </a:rPr>
              <a:t>НАГЛЯДНАЯ БЛОК-СХЕМА</a:t>
            </a:r>
            <a:endParaRPr lang="ru-RU" sz="1800" b="1" dirty="0">
              <a:solidFill>
                <a:srgbClr val="874BA0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АРХИТЕКТУРА САЙТА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322056"/>
            <a:ext cx="5502729" cy="5197022"/>
          </a:xfrm>
        </p:spPr>
      </p:pic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E63246"/>
                </a:solidFill>
                <a:cs typeface="Arial"/>
              </a:rPr>
              <a:t>ЛОГИЧЕСКАЯ МОДЕЛЬ БД</a:t>
            </a:r>
            <a:endParaRPr lang="ru-RU" sz="1800" b="1" dirty="0">
              <a:solidFill>
                <a:srgbClr val="E63246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АРХИТЕКТУРА БАЗЫ ДАННЫХ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4</a:t>
            </a:fld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84784"/>
            <a:ext cx="6912768" cy="5232837"/>
          </a:xfrm>
        </p:spPr>
      </p:pic>
    </p:spTree>
    <p:extLst>
      <p:ext uri="{BB962C8B-B14F-4D97-AF65-F5344CB8AC3E}">
        <p14:creationId xmlns:p14="http://schemas.microsoft.com/office/powerpoint/2010/main" val="292768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55B432"/>
                </a:solidFill>
                <a:cs typeface="Arial"/>
              </a:rPr>
              <a:t>ОСНОВНЫЕ МОМЕНТЫ РАЗРАБОТКИ</a:t>
            </a:r>
            <a:endParaRPr lang="ru-RU" sz="1800" b="1" dirty="0">
              <a:solidFill>
                <a:srgbClr val="55B432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u-RU" altLang="ru-RU" sz="1800" dirty="0" smtClean="0">
                <a:cs typeface="Arial"/>
              </a:rPr>
              <a:t>Использование </a:t>
            </a:r>
            <a:r>
              <a:rPr lang="ru-RU" altLang="ru-RU" sz="1800" dirty="0">
                <a:cs typeface="Arial"/>
              </a:rPr>
              <a:t>веб-фреймворка Django (Python)</a:t>
            </a:r>
          </a:p>
          <a:p>
            <a:pPr>
              <a:spcAft>
                <a:spcPts val="1200"/>
              </a:spcAft>
            </a:pPr>
            <a:r>
              <a:rPr lang="ru-RU" altLang="ru-RU" sz="1800" dirty="0">
                <a:cs typeface="Arial"/>
              </a:rPr>
              <a:t>Разработка модели базы данных MySQL: описание предметной области, создание концептуальной, логической и физической модели БД</a:t>
            </a:r>
          </a:p>
          <a:p>
            <a:pPr>
              <a:spcAft>
                <a:spcPts val="1200"/>
              </a:spcAft>
            </a:pPr>
            <a:r>
              <a:rPr lang="ru-RU" altLang="ru-RU" sz="1800" dirty="0">
                <a:cs typeface="Arial"/>
              </a:rPr>
              <a:t>Настройка административного интерфейса, использование веб-фреймворка </a:t>
            </a:r>
            <a:r>
              <a:rPr lang="ru-RU" altLang="ru-RU" sz="1800" dirty="0" smtClean="0">
                <a:cs typeface="Arial"/>
              </a:rPr>
              <a:t>Django</a:t>
            </a: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РАЗРАБОТКА СЕРВЕРНОЙ ЧАСТИ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74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E63246"/>
                </a:solidFill>
                <a:cs typeface="Arial"/>
              </a:rPr>
              <a:t>ОСНОВНЫЕ ЭТАПЫ РАЗРАБОТКИ</a:t>
            </a:r>
            <a:endParaRPr lang="ru-RU" sz="1800" b="1" dirty="0">
              <a:solidFill>
                <a:srgbClr val="E63246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ru-RU" altLang="ru-RU" sz="1800" dirty="0">
                <a:cs typeface="Arial"/>
              </a:rPr>
              <a:t>Верстка HTML страницы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ru-RU" altLang="ru-RU" sz="1800" dirty="0">
                <a:cs typeface="Arial"/>
              </a:rPr>
              <a:t>Применение CSS-стилей 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ru-RU" altLang="ru-RU" sz="1800" dirty="0">
                <a:cs typeface="Arial"/>
              </a:rPr>
              <a:t>Создание уникального логотипа в Figma</a:t>
            </a:r>
          </a:p>
          <a:p>
            <a:pPr>
              <a:spcAft>
                <a:spcPts val="1200"/>
              </a:spcAft>
              <a:buFont typeface="+mj-lt"/>
              <a:buAutoNum type="arabicPeriod"/>
            </a:pPr>
            <a:r>
              <a:rPr lang="ru-RU" altLang="ru-RU" sz="1800" dirty="0">
                <a:cs typeface="Arial"/>
              </a:rPr>
              <a:t>Интеграция с </a:t>
            </a:r>
            <a:r>
              <a:rPr lang="ru-RU" altLang="ru-RU" sz="1800" dirty="0" smtClean="0">
                <a:cs typeface="Arial"/>
              </a:rPr>
              <a:t>серверной частью</a:t>
            </a: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РАЗРАБОТКА ПОЛЬЗОВАТЕЛЬСКОГО ИНТЕРФЕЙСА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57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4B6EB9"/>
                </a:solidFill>
                <a:cs typeface="Arial"/>
              </a:rPr>
              <a:t>СКРИНШОТЫ СОЗДАННОГО ВЕБ-САЙТА</a:t>
            </a:r>
            <a:endParaRPr lang="ru-RU" sz="1800" b="1" dirty="0">
              <a:solidFill>
                <a:srgbClr val="4B6EB9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РЕЗУЛЬТАТ РАБОТЫ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7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58817"/>
            <a:ext cx="7632848" cy="429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2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4B6EB9"/>
                </a:solidFill>
                <a:cs typeface="Arial"/>
              </a:rPr>
              <a:t>СКРИНШОТЫ СОЗДАННОГО ВЕБ-САЙТА</a:t>
            </a:r>
            <a:endParaRPr lang="ru-RU" sz="1800" b="1" dirty="0">
              <a:solidFill>
                <a:srgbClr val="4B6EB9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РЕЗУЛЬТАТ РАБОТЫ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8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64" y="1412776"/>
            <a:ext cx="8532440" cy="479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8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4B6EB9"/>
                </a:solidFill>
                <a:cs typeface="Arial"/>
              </a:rPr>
              <a:t>СКРИНШОТЫ СОЗДАННОГО ВЕБ-САЙТА</a:t>
            </a:r>
            <a:endParaRPr lang="ru-RU" sz="1800" b="1" dirty="0">
              <a:solidFill>
                <a:srgbClr val="4B6EB9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РЕЗУЛЬТАТ РАБОТЫ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9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77602"/>
            <a:ext cx="8352928" cy="469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6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4B6EB9"/>
                </a:solidFill>
                <a:cs typeface="Arial"/>
              </a:rPr>
              <a:t>СКРИНШОТЫ СОЗДАННОГО ВЕБ-САЙТА</a:t>
            </a:r>
            <a:endParaRPr lang="ru-RU" sz="1800" b="1" dirty="0">
              <a:solidFill>
                <a:srgbClr val="4B6EB9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РЕЗУЛЬТАТ РАБОТЫ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10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531814"/>
            <a:ext cx="768085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2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4B6EB9"/>
                </a:solidFill>
                <a:cs typeface="Arial"/>
              </a:rPr>
              <a:t>СКРИНШОТЫ СОЗДАННОГО ВЕБ-САЙТА</a:t>
            </a:r>
            <a:endParaRPr lang="ru-RU" sz="1800" b="1" dirty="0">
              <a:solidFill>
                <a:srgbClr val="4B6EB9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РЕЗУЛЬТАТ РАБОТЫ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11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08" y="1484784"/>
            <a:ext cx="8028384" cy="45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8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 smtClean="0">
                <a:solidFill>
                  <a:srgbClr val="874BA0"/>
                </a:solidFill>
                <a:cs typeface="Arial"/>
              </a:rPr>
              <a:t>ИСПОЛЬЗОВАННЫЕ ДОКУМЕНТАЦИИ</a:t>
            </a:r>
            <a:endParaRPr lang="ru-RU" sz="1800" b="1" dirty="0">
              <a:solidFill>
                <a:srgbClr val="874BA0"/>
              </a:solidFill>
              <a:cs typeface="Arial"/>
            </a:endParaRP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745059"/>
            <a:ext cx="8229600" cy="434823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altLang="ru-RU" sz="1800" dirty="0" smtClean="0">
                <a:cs typeface="Arial"/>
                <a:hlinkClick r:id="rId3"/>
              </a:rPr>
              <a:t>Django documentation</a:t>
            </a:r>
            <a:endParaRPr lang="en-US" altLang="ru-RU" sz="1800" dirty="0" smtClean="0">
              <a:cs typeface="Arial"/>
            </a:endParaRPr>
          </a:p>
          <a:p>
            <a:pPr>
              <a:spcAft>
                <a:spcPts val="1200"/>
              </a:spcAft>
            </a:pPr>
            <a:r>
              <a:rPr lang="en-US" altLang="ru-RU" sz="1800" dirty="0" smtClean="0">
                <a:cs typeface="Arial"/>
                <a:hlinkClick r:id="rId4"/>
              </a:rPr>
              <a:t>Python documentation</a:t>
            </a:r>
            <a:endParaRPr lang="en-US" altLang="ru-RU" sz="1800" dirty="0" smtClean="0">
              <a:cs typeface="Arial"/>
            </a:endParaRPr>
          </a:p>
          <a:p>
            <a:pPr>
              <a:spcAft>
                <a:spcPts val="1200"/>
              </a:spcAft>
            </a:pPr>
            <a:r>
              <a:rPr lang="en-US" altLang="ru-RU" sz="1800" dirty="0" smtClean="0">
                <a:cs typeface="Arial"/>
                <a:hlinkClick r:id="rId5"/>
              </a:rPr>
              <a:t>MySQL documentation</a:t>
            </a:r>
            <a:endParaRPr lang="en-US" altLang="ru-RU" sz="1800" dirty="0" smtClean="0">
              <a:cs typeface="Arial"/>
            </a:endParaRPr>
          </a:p>
          <a:p>
            <a:pPr>
              <a:spcAft>
                <a:spcPts val="1200"/>
              </a:spcAft>
            </a:pPr>
            <a:r>
              <a:rPr lang="en-US" altLang="ru-RU" sz="1800" dirty="0" smtClean="0">
                <a:cs typeface="Arial"/>
                <a:hlinkClick r:id="rId6"/>
              </a:rPr>
              <a:t>HTML documentation</a:t>
            </a:r>
            <a:endParaRPr lang="en-US" altLang="ru-RU" sz="1800" dirty="0" smtClean="0">
              <a:cs typeface="Arial"/>
            </a:endParaRPr>
          </a:p>
          <a:p>
            <a:pPr>
              <a:spcAft>
                <a:spcPts val="1200"/>
              </a:spcAft>
            </a:pPr>
            <a:r>
              <a:rPr lang="en-US" altLang="ru-RU" sz="1800" dirty="0" smtClean="0">
                <a:cs typeface="Arial"/>
                <a:hlinkClick r:id="rId7"/>
              </a:rPr>
              <a:t>CSS documentation</a:t>
            </a: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 smtClean="0">
                <a:latin typeface="Gilroy Bold" pitchFamily="50" charset="-52"/>
              </a:rPr>
              <a:t>СПИСОК ИСПОЛЬЗОВАННОЙ ЛИТЕРАТУРЫ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2872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55576" y="2266650"/>
            <a:ext cx="3672408" cy="712242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/>
              <a:t>Дмитрий Николаевич Зарубин</a:t>
            </a:r>
          </a:p>
          <a:p>
            <a:r>
              <a:rPr lang="ru-RU" sz="1400" dirty="0"/>
              <a:t>Егор Андреевич Якунин</a:t>
            </a:r>
          </a:p>
          <a:p>
            <a:r>
              <a:rPr lang="en-US" sz="1400" dirty="0"/>
              <a:t>C</a:t>
            </a:r>
            <a:r>
              <a:rPr lang="ru-RU" sz="1400" dirty="0" smtClean="0"/>
              <a:t>туденты </a:t>
            </a:r>
            <a:r>
              <a:rPr lang="ru-RU" sz="1400" dirty="0"/>
              <a:t>Московского Политеха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1133</TotalTime>
  <Words>211</Words>
  <Application>Microsoft Office PowerPoint</Application>
  <PresentationFormat>Экран (4:3)</PresentationFormat>
  <Paragraphs>68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Gilroy</vt:lpstr>
      <vt:lpstr>Gilroy Bold</vt:lpstr>
      <vt:lpstr>Gilroy SemiBold</vt:lpstr>
      <vt:lpstr>Николаенко_ААИ-2015</vt:lpstr>
      <vt:lpstr>Презентация PowerPoint</vt:lpstr>
      <vt:lpstr>ОСНОВНЫЕ ЦЕЛИ И ЗАДАЧИ</vt:lpstr>
      <vt:lpstr>НАГЛЯДНАЯ БЛОК-СХЕМА</vt:lpstr>
      <vt:lpstr>ЛОГИЧЕСКАЯ МОДЕЛЬ БД</vt:lpstr>
      <vt:lpstr>ОСНОВНЫЕ МОМЕНТЫ РАЗРАБОТКИ</vt:lpstr>
      <vt:lpstr>ОСНОВНЫЕ ЭТАПЫ РАЗРАБОТКИ</vt:lpstr>
      <vt:lpstr>СКРИНШОТЫ СОЗДАННОГО ВЕБ-САЙТА</vt:lpstr>
      <vt:lpstr>СКРИНШОТЫ СОЗДАННОГО ВЕБ-САЙТА</vt:lpstr>
      <vt:lpstr>СКРИНШОТЫ СОЗДАННОГО ВЕБ-САЙТА</vt:lpstr>
      <vt:lpstr>СКРИНШОТЫ СОЗДАННОГО ВЕБ-САЙТА</vt:lpstr>
      <vt:lpstr>СКРИНШОТЫ СОЗДАННОГО ВЕБ-САЙТА</vt:lpstr>
      <vt:lpstr>ИСПОЛЬЗОВАННЫЕ ДОКУМЕНТАЦИИ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Учетная запись Майкрософт</cp:lastModifiedBy>
  <cp:revision>103</cp:revision>
  <cp:lastPrinted>2016-06-06T19:02:34Z</cp:lastPrinted>
  <dcterms:created xsi:type="dcterms:W3CDTF">2015-04-17T11:13:20Z</dcterms:created>
  <dcterms:modified xsi:type="dcterms:W3CDTF">2025-12-25T04:50:57Z</dcterms:modified>
</cp:coreProperties>
</file>